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525" r:id="rId5"/>
    <p:sldId id="52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5F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978466-B4D2-6449-BDCE-862BCD7B30B0}" v="2" dt="2025-06-02T19:03:12.088"/>
    <p1510:client id="{D43EEC0C-6246-D24E-AF74-3317C09972E9}" v="2" dt="2025-06-03T17:29:53.4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97"/>
    <p:restoredTop sz="94623"/>
  </p:normalViewPr>
  <p:slideViewPr>
    <p:cSldViewPr snapToGrid="0">
      <p:cViewPr varScale="1">
        <p:scale>
          <a:sx n="114" d="100"/>
          <a:sy n="114" d="100"/>
        </p:scale>
        <p:origin x="176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A091E-CBBD-3C45-85DE-2C67E54BC8CF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9DBFF-D9BD-5942-AC13-2636489D9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80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F4B11-1A66-D563-9400-DF25AD6778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F7876-8ED8-3366-E79D-44679BDF36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106F4-266C-018E-BC21-9E2B8235E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AEF6B-A3EE-7E4A-84C4-0709119B10AF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3080D-0A46-E58C-781A-EEC2C37C1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87410-75C3-8C3B-2009-AEF30B191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490CB-2D1D-F342-9A09-9FA7F9026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395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81A62-0502-262C-85EA-2893A5482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5DEB6-E824-CAC9-A9E7-15E6AC30F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80F9F-18E3-A0F3-C0CA-3DAAEE33C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AEF6B-A3EE-7E4A-84C4-0709119B10AF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A3B7F-D9D9-C360-97B7-3AC7A0E9E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6CADC-AFD1-8FC5-19F5-1595976E1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490CB-2D1D-F342-9A09-9FA7F9026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94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E6368-C2E1-3FCB-C6DD-D36627F5B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DF5C6-8B53-F798-9CF7-EEA9123A7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64FEB-9D04-E800-1597-44C347748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AEF6B-A3EE-7E4A-84C4-0709119B10AF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96F3-7D6F-2B01-9FC5-6E680FBA8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46385-FF3D-1ED3-CA43-DF1A858CA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490CB-2D1D-F342-9A09-9FA7F9026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60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EACE-3BEE-1921-080B-0C1DE006B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6FCC6-4B15-9055-8249-18CEF5B2EB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0BADA2-F172-F16A-6438-10E557A0A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AB8D6-8A02-EC36-266D-B8E79CA69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AEF6B-A3EE-7E4A-84C4-0709119B10AF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E3749-DFAD-7689-3BF2-1496E4918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F88F53-894F-7AA9-E69D-6F0E9DEE2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490CB-2D1D-F342-9A09-9FA7F9026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347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60765-EBD9-CEB6-0077-C3B5749B0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0CC16-8F32-A643-81E7-8EE4E380D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C77D13-0B5A-5ECC-A226-114316732A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8FD67D-1A04-4497-08DD-FCD44068EF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278B57-544D-CBFA-048F-088C288860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CCF0F5-EEE4-5AC1-9FA7-D78E40A26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AEF6B-A3EE-7E4A-84C4-0709119B10AF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DA89E9-143D-FF30-18F9-64908B711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14F5EF-9494-4297-0E97-D118C905C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490CB-2D1D-F342-9A09-9FA7F9026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131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21D94-63AC-A84B-6859-AE6BD557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386957-7E76-B3AE-FC39-6B33A5AC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AEF6B-A3EE-7E4A-84C4-0709119B10AF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2A98A-2156-981B-CC82-3EDF4140B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2514D-F347-9E7A-9D3B-FBE9A4782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490CB-2D1D-F342-9A09-9FA7F9026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269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931675-621F-40B7-6B68-0E622068C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AEF6B-A3EE-7E4A-84C4-0709119B10AF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FBFFE4-173C-37D0-CB66-BF5B76C2F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65D2C-55B3-B58B-2A76-64C93ED9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490CB-2D1D-F342-9A09-9FA7F9026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383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8765A-6E68-B9A5-F8A3-EFD6F76BC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8E8CB-516F-7052-19DE-BE8653A3F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5F1BC-0CB4-C47B-330C-BB97F9C9E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25700-E79D-B480-43B8-0CCD25892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AEF6B-A3EE-7E4A-84C4-0709119B10AF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FA0A0-C599-01E4-71FC-860BB12AF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9C8357-3BB1-653B-9A2C-C2989041E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490CB-2D1D-F342-9A09-9FA7F9026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267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BAC2A-B1DE-7BD8-4D09-D89F9C2B6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47712E-CEBC-8D6C-4D08-A2225BD9F2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C1253-2553-56BE-206A-F64477D38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B9535-7D2D-D140-DB23-0E555D1B5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AEF6B-A3EE-7E4A-84C4-0709119B10AF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E3B83-11A4-E714-8EA1-B2F5D9990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D533E-52E3-1885-0D28-6588AB878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490CB-2D1D-F342-9A09-9FA7F9026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754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D86A5-220F-C84C-5808-6310BF412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C8C1DB-4B86-24ED-0F18-A87F4DCC91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53E4A-8252-205C-E49D-2F7A5EA4D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AEF6B-A3EE-7E4A-84C4-0709119B10AF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B779E-2FA1-D451-F067-8ECBBD303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49FE7-88B9-C300-4AFC-EED65FC62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490CB-2D1D-F342-9A09-9FA7F9026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791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7E8737-6248-36D4-EF03-6082593295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E9AB6E-5679-FBC5-A1D2-37CEC39384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8E81D-FDAF-5734-BF5E-36E3919A8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AEF6B-A3EE-7E4A-84C4-0709119B10AF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BCC27-3AA1-1C3B-4821-018E6457F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BBFFE-05C3-EFD6-F2C4-F0D47966A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490CB-2D1D-F342-9A09-9FA7F9026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79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CFB366-70A0-F543-5F2B-3FCA2E80B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D18F51-58F2-DEF3-33A8-DB2D29B4F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99B5B-BAD5-561C-45CA-69B9A385E0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FAEF6B-A3EE-7E4A-84C4-0709119B10AF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A30FB-B27D-5AB5-4342-5FC2F5279C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67660-1AEA-3027-ECB1-5A813E5F57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8490CB-2D1D-F342-9A09-9FA7F9026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337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143A77-B90E-B0D9-7835-2D3642E87A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00" t="24004" r="74647" b="52197"/>
          <a:stretch/>
        </p:blipFill>
        <p:spPr>
          <a:xfrm>
            <a:off x="4086941" y="93344"/>
            <a:ext cx="4023360" cy="2890059"/>
          </a:xfr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893555EA-FE3B-2166-1460-3C420E8DD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4849" t="72263" r="52313" b="3170"/>
          <a:stretch/>
        </p:blipFill>
        <p:spPr>
          <a:xfrm>
            <a:off x="8040913" y="0"/>
            <a:ext cx="3917769" cy="2983403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E05DCD0A-6B4A-7F2C-ED24-3A9D847FB9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6926" t="72263" r="8577" b="3170"/>
          <a:stretch/>
        </p:blipFill>
        <p:spPr>
          <a:xfrm>
            <a:off x="4325257" y="2976372"/>
            <a:ext cx="7633425" cy="29834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8FC20B-23AA-73E6-D5FA-4AE70C84760A}"/>
              </a:ext>
            </a:extLst>
          </p:cNvPr>
          <p:cNvSpPr txBox="1"/>
          <p:nvPr/>
        </p:nvSpPr>
        <p:spPr>
          <a:xfrm>
            <a:off x="7315200" y="6175591"/>
            <a:ext cx="1887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Sample Number</a:t>
            </a:r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25692654-FDF4-8DB5-74EB-80F11007F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00" t="24004" r="96306" b="52197"/>
          <a:stretch/>
        </p:blipFill>
        <p:spPr>
          <a:xfrm>
            <a:off x="4086941" y="3099957"/>
            <a:ext cx="307704" cy="289005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9065F02-DEB2-A3F7-DAF0-9CD413BE16C7}"/>
              </a:ext>
            </a:extLst>
          </p:cNvPr>
          <p:cNvSpPr txBox="1">
            <a:spLocks/>
          </p:cNvSpPr>
          <p:nvPr/>
        </p:nvSpPr>
        <p:spPr>
          <a:xfrm>
            <a:off x="252526" y="1225583"/>
            <a:ext cx="4106246" cy="3196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Repeated measures: Phenethylamine</a:t>
            </a:r>
          </a:p>
        </p:txBody>
      </p:sp>
      <p:pic>
        <p:nvPicPr>
          <p:cNvPr id="13" name="Content Placeholder 4">
            <a:extLst>
              <a:ext uri="{FF2B5EF4-FFF2-40B4-BE49-F238E27FC236}">
                <a16:creationId xmlns:a16="http://schemas.microsoft.com/office/drawing/2014/main" id="{86C1AD28-0C6E-E2E8-DEB4-1FEB15E89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0832" t="42066" r="-901" b="47008"/>
          <a:stretch/>
        </p:blipFill>
        <p:spPr>
          <a:xfrm>
            <a:off x="235938" y="4480656"/>
            <a:ext cx="2411296" cy="185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760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6F796-C921-9C24-CEBA-9F59CCF84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338D27D0-D7AB-D253-21EA-EC0824C993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0832" t="42066" r="-901" b="47008"/>
          <a:stretch/>
        </p:blipFill>
        <p:spPr>
          <a:xfrm>
            <a:off x="235938" y="4480656"/>
            <a:ext cx="2411296" cy="18522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EE9FE7-08A1-5D77-32F2-6D2F48D48352}"/>
              </a:ext>
            </a:extLst>
          </p:cNvPr>
          <p:cNvSpPr txBox="1"/>
          <p:nvPr/>
        </p:nvSpPr>
        <p:spPr>
          <a:xfrm>
            <a:off x="7315200" y="6175591"/>
            <a:ext cx="1887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Sample Number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97BE4F3-CDCF-4792-3D67-0A9381AE448A}"/>
              </a:ext>
            </a:extLst>
          </p:cNvPr>
          <p:cNvSpPr txBox="1">
            <a:spLocks/>
          </p:cNvSpPr>
          <p:nvPr/>
        </p:nvSpPr>
        <p:spPr>
          <a:xfrm>
            <a:off x="252526" y="1225583"/>
            <a:ext cx="4106246" cy="3196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Repeated measures: </a:t>
            </a:r>
            <a:r>
              <a:rPr lang="en-US" sz="3200" b="1" err="1">
                <a:latin typeface="Arial" panose="020B0604020202020204" pitchFamily="34" charset="0"/>
                <a:cs typeface="Arial" panose="020B0604020202020204" pitchFamily="34" charset="0"/>
              </a:rPr>
              <a:t>Mannobiose</a:t>
            </a:r>
            <a:endParaRPr lang="en-US" sz="3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ECD2D2-4A5A-DC70-20F8-0AC1131C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057" t="24480" r="75721" b="51489"/>
          <a:stretch/>
        </p:blipFill>
        <p:spPr>
          <a:xfrm>
            <a:off x="3749467" y="207446"/>
            <a:ext cx="4023360" cy="307988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2CBE62F-5FA9-CAD1-8A11-282CA46E15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4990" t="72824" r="52788" b="3082"/>
          <a:stretch/>
        </p:blipFill>
        <p:spPr>
          <a:xfrm>
            <a:off x="7772827" y="120877"/>
            <a:ext cx="4023360" cy="3088055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9142068-D3BA-AFA7-CC2A-F9F0AC051D7D}"/>
              </a:ext>
            </a:extLst>
          </p:cNvPr>
          <p:cNvGrpSpPr/>
          <p:nvPr/>
        </p:nvGrpSpPr>
        <p:grpSpPr>
          <a:xfrm>
            <a:off x="3749467" y="3119904"/>
            <a:ext cx="8212260" cy="3213034"/>
            <a:chOff x="4084320" y="4227069"/>
            <a:chExt cx="8212260" cy="3213034"/>
          </a:xfrm>
        </p:grpSpPr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6B79C969-D622-A251-3880-FDAC02051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46949" t="72824" r="8835" b="3082"/>
            <a:stretch/>
          </p:blipFill>
          <p:spPr>
            <a:xfrm>
              <a:off x="4291149" y="4227069"/>
              <a:ext cx="8005431" cy="3088055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1C6C1A55-0303-1F42-8616-3338E4D27A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2057" t="24480" r="96313" b="51489"/>
            <a:stretch/>
          </p:blipFill>
          <p:spPr>
            <a:xfrm>
              <a:off x="4084320" y="4360218"/>
              <a:ext cx="295097" cy="30798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260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12e8c7ec-5f59-40ef-b1ca-d288221f299b">
      <UserInfo>
        <DisplayName/>
        <AccountId xsi:nil="true"/>
        <AccountType/>
      </UserInfo>
    </SharedWithUsers>
    <Resident xmlns="2b2e4ec7-6b51-40d9-a657-413b8d106af2">
      <UserInfo>
        <DisplayName/>
        <AccountId xsi:nil="true"/>
        <AccountType/>
      </UserInfo>
    </Resident>
    <lcf76f155ced4ddcb4097134ff3c332f xmlns="2b2e4ec7-6b51-40d9-a657-413b8d106af2">
      <Terms xmlns="http://schemas.microsoft.com/office/infopath/2007/PartnerControls"/>
    </lcf76f155ced4ddcb4097134ff3c332f>
    <TaxCatchAll xmlns="12e8c7ec-5f59-40ef-b1ca-d288221f299b" xsi:nil="true"/>
    <Assignment xmlns="2b2e4ec7-6b51-40d9-a657-413b8d106af2">
      <UserInfo>
        <DisplayName/>
        <AccountId xsi:nil="true"/>
        <AccountType/>
      </UserInfo>
    </Assignment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3F7F2A09069342814081195BEB0A4C" ma:contentTypeVersion="17" ma:contentTypeDescription="Create a new document." ma:contentTypeScope="" ma:versionID="66c239ebd5612934ce92528fa3db65f7">
  <xsd:schema xmlns:xsd="http://www.w3.org/2001/XMLSchema" xmlns:xs="http://www.w3.org/2001/XMLSchema" xmlns:p="http://schemas.microsoft.com/office/2006/metadata/properties" xmlns:ns2="2b2e4ec7-6b51-40d9-a657-413b8d106af2" xmlns:ns3="12e8c7ec-5f59-40ef-b1ca-d288221f299b" targetNamespace="http://schemas.microsoft.com/office/2006/metadata/properties" ma:root="true" ma:fieldsID="6eb5f29da95b05ed74e3a58264b31da6" ns2:_="" ns3:_="">
    <xsd:import namespace="2b2e4ec7-6b51-40d9-a657-413b8d106af2"/>
    <xsd:import namespace="12e8c7ec-5f59-40ef-b1ca-d288221f29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Assignment" minOccurs="0"/>
                <xsd:element ref="ns2:Resident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2e4ec7-6b51-40d9-a657-413b8d106a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Assignment" ma:index="11" nillable="true" ma:displayName="Assignment" ma:format="Dropdown" ma:list="UserInfo" ma:SharePointGroup="0" ma:internalName="Assignment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sident" ma:index="12" nillable="true" ma:displayName="Resident" ma:format="Dropdown" ma:list="UserInfo" ma:SharePointGroup="0" ma:internalName="Resident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992fa3da-db31-45ba-92de-38f16e295a4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e8c7ec-5f59-40ef-b1ca-d288221f299b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75e4d760-9d03-4c2f-b52c-0666b12bdfe6}" ma:internalName="TaxCatchAll" ma:showField="CatchAllData" ma:web="12e8c7ec-5f59-40ef-b1ca-d288221f29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9312F2D-04E6-42EC-B965-3E56FDE48A0B}">
  <ds:schemaRefs>
    <ds:schemaRef ds:uri="http://purl.org/dc/terms/"/>
    <ds:schemaRef ds:uri="http://purl.org/dc/elements/1.1/"/>
    <ds:schemaRef ds:uri="http://www.w3.org/XML/1998/namespace"/>
    <ds:schemaRef ds:uri="http://schemas.microsoft.com/office/2006/documentManagement/types"/>
    <ds:schemaRef ds:uri="http://purl.org/dc/dcmitype/"/>
    <ds:schemaRef ds:uri="2b2e4ec7-6b51-40d9-a657-413b8d106af2"/>
    <ds:schemaRef ds:uri="http://schemas.microsoft.com/office/infopath/2007/PartnerControls"/>
    <ds:schemaRef ds:uri="http://schemas.openxmlformats.org/package/2006/metadata/core-properties"/>
    <ds:schemaRef ds:uri="12e8c7ec-5f59-40ef-b1ca-d288221f299b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819174CC-0924-4633-903B-24EDCECA51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2e4ec7-6b51-40d9-a657-413b8d106af2"/>
    <ds:schemaRef ds:uri="12e8c7ec-5f59-40ef-b1ca-d288221f29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11BACD-5132-43FE-9D1F-84C3D5A78D2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Preston, Joshua</dc:creator>
  <cp:lastModifiedBy>Preston, Joshua</cp:lastModifiedBy>
  <cp:revision>2</cp:revision>
  <dcterms:created xsi:type="dcterms:W3CDTF">2025-04-22T00:01:24Z</dcterms:created>
  <dcterms:modified xsi:type="dcterms:W3CDTF">2025-10-23T19:06:17Z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0x010100A53F7F2A09069342814081195BEB0A4C</vt:lpwstr>
  </property>
  <property fmtid="{D5CDD505-2E9C-101B-9397-08002B2CF9AE}" pid="3" name="_SourceUrl">
    <vt:lpwstr/>
  </property>
  <property fmtid="{D5CDD505-2E9C-101B-9397-08002B2CF9AE}" pid="4" name="_SharedFileIndex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_activity">
    <vt:lpwstr>{"FileActivityType":"9","FileActivityTimeStamp":"2025-04-27T13:26:39.720Z","FileActivityUsersOnPage":[{"DisplayName":"Preston, Joshua","Id":"jdprest@emory.edu"},{"DisplayName":"Reed, Aubrey","Id":"acreed3@emory.edu"}],"FileActivityNavigationId":null}</vt:lpwstr>
  </property>
  <property fmtid="{D5CDD505-2E9C-101B-9397-08002B2CF9AE}" pid="8" name="TriggerFlowInfo">
    <vt:lpwstr/>
  </property>
</Properties>
</file>